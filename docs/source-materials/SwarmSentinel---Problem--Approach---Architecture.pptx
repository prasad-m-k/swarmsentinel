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7096125" y="0"/>
            <a:ext cx="2047875" cy="5143500"/>
          </a:xfrm>
          <a:prstGeom prst="rect">
            <a:avLst/>
          </a:prstGeom>
          <a:solidFill>
            <a:srgbClr val="29BC8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14463"/>
            <a:ext cx="5686544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SwarmSentinel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71500" y="2890837"/>
            <a:ext cx="4400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Swarm Dynamics Hackathon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3355628"/>
            <a:ext cx="80097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ASP-inspired runtime policies + a multi-agent incident flight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" y="3629918"/>
            <a:ext cx="11939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6906994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Problem: runaway coordination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71500" y="1524000"/>
            <a:ext cx="3905250" cy="1381125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0" name="Text 8"/>
          <p:cNvSpPr/>
          <p:nvPr/>
        </p:nvSpPr>
        <p:spPr>
          <a:xfrm>
            <a:off x="738188" y="1619250"/>
            <a:ext cx="621811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09687" y="1676400"/>
            <a:ext cx="353769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Recursive delegation expands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1309687" y="1916385"/>
            <a:ext cx="330165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number of active agents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667250" y="1524000"/>
            <a:ext cx="3905250" cy="1381125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4" name="Text 12"/>
          <p:cNvSpPr/>
          <p:nvPr/>
        </p:nvSpPr>
        <p:spPr>
          <a:xfrm>
            <a:off x="4833938" y="1619250"/>
            <a:ext cx="621811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5405438" y="1676400"/>
            <a:ext cx="37075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Repeated consensus messages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405438" y="1916385"/>
            <a:ext cx="300312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reinforce execution loops</a:t>
            </a:r>
            <a:endParaRPr lang="en-US" sz="1580" dirty="0"/>
          </a:p>
        </p:txBody>
      </p:sp>
      <p:sp>
        <p:nvSpPr>
          <p:cNvPr id="17" name="Shape 15"/>
          <p:cNvSpPr/>
          <p:nvPr/>
        </p:nvSpPr>
        <p:spPr>
          <a:xfrm>
            <a:off x="571500" y="3119437"/>
            <a:ext cx="3905250" cy="1381125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8" name="Text 16"/>
          <p:cNvSpPr/>
          <p:nvPr/>
        </p:nvSpPr>
        <p:spPr>
          <a:xfrm>
            <a:off x="738188" y="3214688"/>
            <a:ext cx="621811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09687" y="3271838"/>
            <a:ext cx="299741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resources receive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1309687" y="3511823"/>
            <a:ext cx="341551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or excessive writes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4667250" y="3119437"/>
            <a:ext cx="3905250" cy="1381125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22" name="Text 20"/>
          <p:cNvSpPr/>
          <p:nvPr/>
        </p:nvSpPr>
        <p:spPr>
          <a:xfrm>
            <a:off x="4833938" y="3214688"/>
            <a:ext cx="621811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5405438" y="3271838"/>
            <a:ext cx="34475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Per-agent logs make system-level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5876255" y="3511823"/>
            <a:ext cx="192845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patterns hard to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5405438" y="3751808"/>
            <a:ext cx="139794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reconstruct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8333013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Approach: containment with evidence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143125" y="1428750"/>
            <a:ext cx="6429375" cy="3214688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1462088"/>
            <a:ext cx="1008184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333625" y="1581150"/>
            <a:ext cx="616685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 in-band calls before simulated execution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2333625" y="1973535"/>
            <a:ext cx="618793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shared-state activity outside the gateway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2333625" y="2365921"/>
            <a:ext cx="701379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coordination patterns across the interaction graph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2333625" y="2758306"/>
            <a:ext cx="591726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 tripwire decisions back into runtime policy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333625" y="3150691"/>
            <a:ext cx="669088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Preserve a forensic record of actions and interventions</a:t>
            </a:r>
            <a:endParaRPr lang="en-US" sz="1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6887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Design: runtime policy gateway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143125" y="1428750"/>
            <a:ext cx="6429375" cy="3214688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1462088"/>
            <a:ext cx="1008184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333625" y="1581150"/>
            <a:ext cx="679980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Admit agent identities and validate parent-span lineage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2333625" y="1973535"/>
            <a:ext cx="455577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recursion-depth cap: 4 hops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2333625" y="2365921"/>
            <a:ext cx="736205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Throttle the fifth matching intent and target across at least 3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2562225" y="2605906"/>
            <a:ext cx="336192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IDs within 10 seconds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333625" y="2998291"/>
            <a:ext cx="720107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mock-write cap: 6 writes per target per 10 seconds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2333625" y="3390677"/>
            <a:ext cx="560596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Deny tools outside the explicit mock allowlist</a:t>
            </a:r>
            <a:endParaRPr lang="en-US" sz="1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829277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Design: flight recorder and dashboard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71500" y="1414463"/>
            <a:ext cx="522403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actor, parent, span, intent, target,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800100" y="1654448"/>
            <a:ext cx="326547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decision, and policy version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71500" y="2008733"/>
            <a:ext cx="496661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Distinguish allowed, throttled, dropped,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800100" y="2248719"/>
            <a:ext cx="39428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out-of-band observed events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571500" y="2603004"/>
            <a:ext cx="486388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 executed interactions separately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800100" y="2842989"/>
            <a:ext cx="271010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blocked attempts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571500" y="3197275"/>
            <a:ext cx="384948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Replay the directed graph and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800100" y="3437260"/>
            <a:ext cx="431885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enforcement feed through a timeline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571500" y="3791545"/>
            <a:ext cx="38123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Markdown reports and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800100" y="4031531"/>
            <a:ext cx="373562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provenance-aware JSON traces</a:t>
            </a:r>
            <a:endParaRPr lang="en-US" sz="1580" dirty="0"/>
          </a:p>
        </p:txBody>
      </p:sp>
      <p:sp>
        <p:nvSpPr>
          <p:cNvPr id="19" name="Shape 17"/>
          <p:cNvSpPr/>
          <p:nvPr/>
        </p:nvSpPr>
        <p:spPr>
          <a:xfrm>
            <a:off x="4857750" y="1785937"/>
            <a:ext cx="3810000" cy="2381250"/>
          </a:xfrm>
          <a:prstGeom prst="rect">
            <a:avLst/>
          </a:prstGeom>
          <a:solidFill>
            <a:srgbClr val="12182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881187"/>
            <a:ext cx="36195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727518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Architecture: processing pipeline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113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33500"/>
            <a:ext cx="8001000" cy="10953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2605087"/>
            <a:ext cx="869887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Simulator produces synthetic agent calls and shared-state observations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571500" y="2921273"/>
            <a:ext cx="733157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 gateway evaluates calls and emits structured telemetry</a:t>
            </a:r>
            <a:endParaRPr lang="en-US" sz="1580" dirty="0"/>
          </a:p>
        </p:txBody>
      </p:sp>
      <p:sp>
        <p:nvSpPr>
          <p:cNvPr id="12" name="Text 9"/>
          <p:cNvSpPr/>
          <p:nvPr/>
        </p:nvSpPr>
        <p:spPr>
          <a:xfrm>
            <a:off x="571500" y="3237458"/>
            <a:ext cx="72517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builds the directed graph and detects coordination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571500" y="3553644"/>
            <a:ext cx="930890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Reporter summarizes lineage, affected resources, timeline, and interventions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571500" y="3869829"/>
            <a:ext cx="79762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+ Tailwind dashboard consumes the Python FastAPI engine</a:t>
            </a:r>
            <a:endParaRPr lang="en-US" sz="1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6901383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Architecture: tripwire feedback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113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33500"/>
            <a:ext cx="8001000" cy="10953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" y="2605087"/>
            <a:ext cx="1037061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dense reciprocal communication, coordinated wiki edits, and excessive fan-out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571500" y="2921273"/>
            <a:ext cx="650388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the agents involved in each detected pattern</a:t>
            </a:r>
            <a:endParaRPr lang="en-US" sz="1580" dirty="0"/>
          </a:p>
        </p:txBody>
      </p:sp>
      <p:sp>
        <p:nvSpPr>
          <p:cNvPr id="12" name="Text 9"/>
          <p:cNvSpPr/>
          <p:nvPr/>
        </p:nvSpPr>
        <p:spPr>
          <a:xfrm>
            <a:off x="571500" y="3237458"/>
            <a:ext cx="772085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a versioned revocation policy when feedback is enabled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571500" y="3553644"/>
            <a:ext cx="902885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subsequent in-band calls from revoked agents and their descendants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571500" y="3869829"/>
            <a:ext cx="771698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 observing out-of-band activity; do not claim to undo it</a:t>
            </a:r>
            <a:endParaRPr lang="en-US" sz="1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118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428625"/>
            <a:ext cx="342900" cy="28575"/>
          </a:xfrm>
          <a:prstGeom prst="rect">
            <a:avLst/>
          </a:prstGeom>
          <a:solidFill>
            <a:srgbClr val="29BC86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581025"/>
            <a:ext cx="7741265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Architecture: prototype boundaries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71500" y="4824413"/>
            <a:ext cx="8001000" cy="9525"/>
          </a:xfrm>
          <a:prstGeom prst="rect">
            <a:avLst/>
          </a:prstGeom>
          <a:solidFill>
            <a:srgbClr val="222A35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886325"/>
            <a:ext cx="15059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953375" y="4886325"/>
            <a:ext cx="83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919D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71500" y="1476375"/>
            <a:ext cx="3905250" cy="3167063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0" name="Shape 8"/>
          <p:cNvSpPr/>
          <p:nvPr/>
        </p:nvSpPr>
        <p:spPr>
          <a:xfrm>
            <a:off x="4667250" y="1476375"/>
            <a:ext cx="3905250" cy="3167063"/>
          </a:xfrm>
          <a:prstGeom prst="rect">
            <a:avLst/>
          </a:prstGeom>
          <a:solidFill>
            <a:srgbClr val="121821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676400"/>
            <a:ext cx="354756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+ Pydantic validate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990600" y="1916385"/>
            <a:ext cx="344124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requests; NetworkX analyzes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990600" y="2156371"/>
            <a:ext cx="144321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interactions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762000" y="2586856"/>
            <a:ext cx="389756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 supports deterministic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990600" y="2826841"/>
            <a:ext cx="379598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 fingerprints, not semantic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990600" y="3066827"/>
            <a:ext cx="149884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embeddings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762000" y="3497312"/>
            <a:ext cx="353566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and agent actions are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990600" y="3737297"/>
            <a:ext cx="340042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synthetic mocks; no external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990600" y="3977283"/>
            <a:ext cx="11964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execution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4857750" y="1676400"/>
            <a:ext cx="412722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and recorder are separate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5086350" y="1916385"/>
            <a:ext cx="401800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modules in one prototype process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4857750" y="2346871"/>
            <a:ext cx="453439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29B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hardening would require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086350" y="2586856"/>
            <a:ext cx="399952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isolated enforcement and durable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5086350" y="2826841"/>
            <a:ext cx="119247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E0E6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telemetry</a:t>
            </a:r>
            <a:endParaRPr lang="en-US" sz="1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2026-10-03T18:16:51Z</dcterms:created>
  <dcterms:modified xsi:type="dcterms:W3CDTF">2026-10-03T18:16:51Z</dcterms:modified>
</cp:coreProperties>
</file>